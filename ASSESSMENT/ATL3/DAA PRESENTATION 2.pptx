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8AEA7-C6B8-4E88-9184-10672AE29A35}" v="4" dt="2026-07-20T05:07:53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tham M" userId="843d373c010b3f83" providerId="LiveId" clId="{3630D99B-2943-4BAD-9EFA-5C5D9A87233D}"/>
    <pc:docChg chg="undo custSel modSld">
      <pc:chgData name="Gowtham M" userId="843d373c010b3f83" providerId="LiveId" clId="{3630D99B-2943-4BAD-9EFA-5C5D9A87233D}" dt="2026-07-20T05:09:10.512" v="592" actId="20577"/>
      <pc:docMkLst>
        <pc:docMk/>
      </pc:docMkLst>
      <pc:sldChg chg="addSp modSp mod">
        <pc:chgData name="Gowtham M" userId="843d373c010b3f83" providerId="LiveId" clId="{3630D99B-2943-4BAD-9EFA-5C5D9A87233D}" dt="2026-07-20T05:05:33.616" v="560" actId="20577"/>
        <pc:sldMkLst>
          <pc:docMk/>
          <pc:sldMk cId="4098761883" sldId="256"/>
        </pc:sldMkLst>
        <pc:spChg chg="mod">
          <ac:chgData name="Gowtham M" userId="843d373c010b3f83" providerId="LiveId" clId="{3630D99B-2943-4BAD-9EFA-5C5D9A87233D}" dt="2026-07-20T04:14:04.879" v="535" actId="20577"/>
          <ac:spMkLst>
            <pc:docMk/>
            <pc:sldMk cId="4098761883" sldId="256"/>
            <ac:spMk id="2" creationId="{454EF048-F898-B789-729B-BB0517C44189}"/>
          </ac:spMkLst>
        </pc:spChg>
        <pc:spChg chg="mod">
          <ac:chgData name="Gowtham M" userId="843d373c010b3f83" providerId="LiveId" clId="{3630D99B-2943-4BAD-9EFA-5C5D9A87233D}" dt="2026-07-20T05:05:33.616" v="560" actId="20577"/>
          <ac:spMkLst>
            <pc:docMk/>
            <pc:sldMk cId="4098761883" sldId="256"/>
            <ac:spMk id="3" creationId="{27B1DA44-07C0-39A8-F5CB-A19E4E981A36}"/>
          </ac:spMkLst>
        </pc:spChg>
        <pc:spChg chg="add mod">
          <ac:chgData name="Gowtham M" userId="843d373c010b3f83" providerId="LiveId" clId="{3630D99B-2943-4BAD-9EFA-5C5D9A87233D}" dt="2026-07-20T04:13:45.740" v="526" actId="20577"/>
          <ac:spMkLst>
            <pc:docMk/>
            <pc:sldMk cId="4098761883" sldId="256"/>
            <ac:spMk id="5" creationId="{6C4D4BBF-6716-FC4E-5B46-467DD65C94DD}"/>
          </ac:spMkLst>
        </pc:spChg>
        <pc:spChg chg="add mod">
          <ac:chgData name="Gowtham M" userId="843d373c010b3f83" providerId="LiveId" clId="{3630D99B-2943-4BAD-9EFA-5C5D9A87233D}" dt="2026-07-20T04:14:01.260" v="534" actId="1076"/>
          <ac:spMkLst>
            <pc:docMk/>
            <pc:sldMk cId="4098761883" sldId="256"/>
            <ac:spMk id="7" creationId="{FF8CE184-C813-C331-28B6-C8056E4AA794}"/>
          </ac:spMkLst>
        </pc:spChg>
      </pc:sldChg>
      <pc:sldChg chg="modSp mod">
        <pc:chgData name="Gowtham M" userId="843d373c010b3f83" providerId="LiveId" clId="{3630D99B-2943-4BAD-9EFA-5C5D9A87233D}" dt="2026-07-20T05:06:21.029" v="561" actId="1076"/>
        <pc:sldMkLst>
          <pc:docMk/>
          <pc:sldMk cId="1771675217" sldId="257"/>
        </pc:sldMkLst>
        <pc:spChg chg="mod">
          <ac:chgData name="Gowtham M" userId="843d373c010b3f83" providerId="LiveId" clId="{3630D99B-2943-4BAD-9EFA-5C5D9A87233D}" dt="2026-07-20T04:14:52.578" v="557"/>
          <ac:spMkLst>
            <pc:docMk/>
            <pc:sldMk cId="1771675217" sldId="257"/>
            <ac:spMk id="2" creationId="{52A48127-43A6-DCC6-B022-520D5A78E9BC}"/>
          </ac:spMkLst>
        </pc:spChg>
        <pc:spChg chg="mod">
          <ac:chgData name="Gowtham M" userId="843d373c010b3f83" providerId="LiveId" clId="{3630D99B-2943-4BAD-9EFA-5C5D9A87233D}" dt="2026-07-20T05:06:21.029" v="561" actId="1076"/>
          <ac:spMkLst>
            <pc:docMk/>
            <pc:sldMk cId="1771675217" sldId="257"/>
            <ac:spMk id="3" creationId="{F2C33FAB-E547-8BFF-43F8-862EA8621CE9}"/>
          </ac:spMkLst>
        </pc:spChg>
      </pc:sldChg>
      <pc:sldChg chg="modSp mod">
        <pc:chgData name="Gowtham M" userId="843d373c010b3f83" providerId="LiveId" clId="{3630D99B-2943-4BAD-9EFA-5C5D9A87233D}" dt="2026-07-20T05:08:05.150" v="569" actId="20577"/>
        <pc:sldMkLst>
          <pc:docMk/>
          <pc:sldMk cId="965269457" sldId="258"/>
        </pc:sldMkLst>
        <pc:spChg chg="mod">
          <ac:chgData name="Gowtham M" userId="843d373c010b3f83" providerId="LiveId" clId="{3630D99B-2943-4BAD-9EFA-5C5D9A87233D}" dt="2026-07-20T04:14:52.578" v="557"/>
          <ac:spMkLst>
            <pc:docMk/>
            <pc:sldMk cId="965269457" sldId="258"/>
            <ac:spMk id="2" creationId="{13893A56-FD9C-6532-03E3-25B7E5452E02}"/>
          </ac:spMkLst>
        </pc:spChg>
        <pc:spChg chg="mod">
          <ac:chgData name="Gowtham M" userId="843d373c010b3f83" providerId="LiveId" clId="{3630D99B-2943-4BAD-9EFA-5C5D9A87233D}" dt="2026-07-20T05:08:05.150" v="569" actId="20577"/>
          <ac:spMkLst>
            <pc:docMk/>
            <pc:sldMk cId="965269457" sldId="258"/>
            <ac:spMk id="3" creationId="{B6D1FE75-7CAC-9491-87EE-3E72BF8B924E}"/>
          </ac:spMkLst>
        </pc:spChg>
      </pc:sldChg>
      <pc:sldChg chg="modSp">
        <pc:chgData name="Gowtham M" userId="843d373c010b3f83" providerId="LiveId" clId="{3630D99B-2943-4BAD-9EFA-5C5D9A87233D}" dt="2026-07-20T04:14:52.578" v="557"/>
        <pc:sldMkLst>
          <pc:docMk/>
          <pc:sldMk cId="796378606" sldId="259"/>
        </pc:sldMkLst>
        <pc:spChg chg="mod">
          <ac:chgData name="Gowtham M" userId="843d373c010b3f83" providerId="LiveId" clId="{3630D99B-2943-4BAD-9EFA-5C5D9A87233D}" dt="2026-07-20T04:14:52.578" v="557"/>
          <ac:spMkLst>
            <pc:docMk/>
            <pc:sldMk cId="796378606" sldId="259"/>
            <ac:spMk id="2" creationId="{F6CAF718-BE83-FF49-AAD7-CE669C03FE3A}"/>
          </ac:spMkLst>
        </pc:spChg>
        <pc:spChg chg="mod">
          <ac:chgData name="Gowtham M" userId="843d373c010b3f83" providerId="LiveId" clId="{3630D99B-2943-4BAD-9EFA-5C5D9A87233D}" dt="2026-07-20T04:14:52.578" v="557"/>
          <ac:spMkLst>
            <pc:docMk/>
            <pc:sldMk cId="796378606" sldId="259"/>
            <ac:spMk id="3" creationId="{43C5A9AF-CAB5-5175-0F6F-F1020C616B83}"/>
          </ac:spMkLst>
        </pc:spChg>
      </pc:sldChg>
      <pc:sldChg chg="modSp mod">
        <pc:chgData name="Gowtham M" userId="843d373c010b3f83" providerId="LiveId" clId="{3630D99B-2943-4BAD-9EFA-5C5D9A87233D}" dt="2026-07-20T05:08:45.131" v="572" actId="14100"/>
        <pc:sldMkLst>
          <pc:docMk/>
          <pc:sldMk cId="475612306" sldId="260"/>
        </pc:sldMkLst>
        <pc:spChg chg="mod">
          <ac:chgData name="Gowtham M" userId="843d373c010b3f83" providerId="LiveId" clId="{3630D99B-2943-4BAD-9EFA-5C5D9A87233D}" dt="2026-07-20T04:14:52.578" v="557"/>
          <ac:spMkLst>
            <pc:docMk/>
            <pc:sldMk cId="475612306" sldId="260"/>
            <ac:spMk id="2" creationId="{3578EE2F-4C00-13BB-8C81-92272C5B42FF}"/>
          </ac:spMkLst>
        </pc:spChg>
        <pc:picChg chg="mod">
          <ac:chgData name="Gowtham M" userId="843d373c010b3f83" providerId="LiveId" clId="{3630D99B-2943-4BAD-9EFA-5C5D9A87233D}" dt="2026-07-20T05:08:45.131" v="572" actId="14100"/>
          <ac:picMkLst>
            <pc:docMk/>
            <pc:sldMk cId="475612306" sldId="260"/>
            <ac:picMk id="5" creationId="{57C0FE2C-6FB5-0423-5128-79704B362A87}"/>
          </ac:picMkLst>
        </pc:picChg>
      </pc:sldChg>
      <pc:sldChg chg="modSp mod">
        <pc:chgData name="Gowtham M" userId="843d373c010b3f83" providerId="LiveId" clId="{3630D99B-2943-4BAD-9EFA-5C5D9A87233D}" dt="2026-07-20T05:08:57.360" v="585" actId="20577"/>
        <pc:sldMkLst>
          <pc:docMk/>
          <pc:sldMk cId="2123923716" sldId="261"/>
        </pc:sldMkLst>
        <pc:spChg chg="mod">
          <ac:chgData name="Gowtham M" userId="843d373c010b3f83" providerId="LiveId" clId="{3630D99B-2943-4BAD-9EFA-5C5D9A87233D}" dt="2026-07-20T05:08:57.360" v="585" actId="20577"/>
          <ac:spMkLst>
            <pc:docMk/>
            <pc:sldMk cId="2123923716" sldId="261"/>
            <ac:spMk id="2" creationId="{317248DF-FA35-9FB3-FAA9-07BAC0DB08C3}"/>
          </ac:spMkLst>
        </pc:spChg>
      </pc:sldChg>
      <pc:sldChg chg="modSp mod">
        <pc:chgData name="Gowtham M" userId="843d373c010b3f83" providerId="LiveId" clId="{3630D99B-2943-4BAD-9EFA-5C5D9A87233D}" dt="2026-07-20T05:09:10.512" v="592" actId="20577"/>
        <pc:sldMkLst>
          <pc:docMk/>
          <pc:sldMk cId="4110468255" sldId="262"/>
        </pc:sldMkLst>
        <pc:spChg chg="mod">
          <ac:chgData name="Gowtham M" userId="843d373c010b3f83" providerId="LiveId" clId="{3630D99B-2943-4BAD-9EFA-5C5D9A87233D}" dt="2026-07-20T05:09:10.512" v="592" actId="20577"/>
          <ac:spMkLst>
            <pc:docMk/>
            <pc:sldMk cId="4110468255" sldId="262"/>
            <ac:spMk id="2" creationId="{641B21DD-579C-DE5F-B2FD-CCDC5D25E5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58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43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96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32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22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32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7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7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60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98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631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7114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799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371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342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187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22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95CA5A1-8C02-4964-824C-AC91D70C1B6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3DA37-CF7D-4B43-92FF-C0F7DE7C3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5764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F048-F898-B789-729B-BB0517C44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019" y="0"/>
            <a:ext cx="9556955" cy="2387600"/>
          </a:xfrm>
        </p:spPr>
        <p:txBody>
          <a:bodyPr>
            <a:normAutofit/>
          </a:bodyPr>
          <a:lstStyle/>
          <a:p>
            <a:r>
              <a:rPr lang="en-IN" sz="3600" b="1" dirty="0"/>
              <a:t> Growth Functions: An Analysis of Algorithm Efficiency Using Big-O Notation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1DA44-07C0-39A8-F5CB-A19E4E981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267" y="4429918"/>
            <a:ext cx="10992465" cy="1655762"/>
          </a:xfrm>
        </p:spPr>
        <p:txBody>
          <a:bodyPr>
            <a:normAutofit/>
          </a:bodyPr>
          <a:lstStyle/>
          <a:p>
            <a:r>
              <a:rPr lang="en-IN" dirty="0"/>
              <a:t>		GUIDED BY                                                                                     PRESENTED BY       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D4BBF-6716-FC4E-5B46-467DD65C94DD}"/>
              </a:ext>
            </a:extLst>
          </p:cNvPr>
          <p:cNvSpPr txBox="1"/>
          <p:nvPr/>
        </p:nvSpPr>
        <p:spPr>
          <a:xfrm>
            <a:off x="790268" y="4911551"/>
            <a:ext cx="6258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      </a:t>
            </a:r>
            <a:r>
              <a:rPr lang="en-IN" sz="2400" dirty="0" err="1"/>
              <a:t>Dr.G.Nagarajan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CE184-C813-C331-28B6-C8056E4AA794}"/>
              </a:ext>
            </a:extLst>
          </p:cNvPr>
          <p:cNvSpPr txBox="1"/>
          <p:nvPr/>
        </p:nvSpPr>
        <p:spPr>
          <a:xfrm>
            <a:off x="8064910" y="4911550"/>
            <a:ext cx="6258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/>
              <a:t>M.Gowtham</a:t>
            </a:r>
            <a:r>
              <a:rPr lang="en-IN" sz="2400" dirty="0"/>
              <a:t> </a:t>
            </a:r>
            <a:r>
              <a:rPr lang="en-IN" sz="2400" dirty="0" err="1"/>
              <a:t>kumar</a:t>
            </a:r>
            <a:r>
              <a:rPr lang="en-IN" sz="2400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761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48127-43A6-DCC6-B022-520D5A78E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			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3FAB-E547-8BFF-43F8-862EA8621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649796"/>
            <a:ext cx="8946541" cy="4195481"/>
          </a:xfrm>
        </p:spPr>
        <p:txBody>
          <a:bodyPr>
            <a:normAutofit/>
          </a:bodyPr>
          <a:lstStyle/>
          <a:p>
            <a:r>
              <a:rPr lang="en-IN" sz="2400" dirty="0"/>
              <a:t>Growth functions describe how an algorithm's execution time increases with input size (n).</a:t>
            </a:r>
          </a:p>
          <a:p>
            <a:r>
              <a:rPr lang="en-IN" sz="2400" dirty="0"/>
              <a:t> They are represented using Big-O notation.</a:t>
            </a:r>
          </a:p>
          <a:p>
            <a:r>
              <a:rPr lang="en-IN" sz="2400" dirty="0"/>
              <a:t> Used to measure the efficiency and scalability of algorithms.</a:t>
            </a:r>
          </a:p>
          <a:p>
            <a:r>
              <a:rPr lang="en-IN" sz="2400" dirty="0"/>
              <a:t> Help compare the performance of different algorithms. </a:t>
            </a:r>
          </a:p>
          <a:p>
            <a:r>
              <a:rPr lang="en-IN" sz="2400" dirty="0"/>
              <a:t>Important for selecting the best algorithm for a given problem. Common growth functions include O(log n), O(n), O(n log n), O(n²), and O(2ⁿ)</a:t>
            </a:r>
          </a:p>
        </p:txBody>
      </p:sp>
    </p:spTree>
    <p:extLst>
      <p:ext uri="{BB962C8B-B14F-4D97-AF65-F5344CB8AC3E}">
        <p14:creationId xmlns:p14="http://schemas.microsoft.com/office/powerpoint/2010/main" val="1771675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3A56-FD9C-6532-03E3-25B7E545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Required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1FE75-7CAC-9491-87EE-3E72BF8B9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415845"/>
            <a:ext cx="10515600" cy="471195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Hardware</a:t>
            </a:r>
          </a:p>
          <a:p>
            <a:r>
              <a:rPr lang="en-IN" dirty="0"/>
              <a:t>Computer or Laptop </a:t>
            </a:r>
          </a:p>
          <a:p>
            <a:r>
              <a:rPr lang="en-IN" dirty="0"/>
              <a:t>Projector (for presentation) </a:t>
            </a:r>
          </a:p>
          <a:p>
            <a:r>
              <a:rPr lang="en-IN" b="1" dirty="0"/>
              <a:t>Software</a:t>
            </a:r>
          </a:p>
          <a:p>
            <a:r>
              <a:rPr lang="en-IN" dirty="0"/>
              <a:t>Microsoft PowerPoint / Google Slides </a:t>
            </a:r>
          </a:p>
          <a:p>
            <a:r>
              <a:rPr lang="en-IN" dirty="0"/>
              <a:t>Microsoft Excel or Google Sheets </a:t>
            </a:r>
          </a:p>
          <a:p>
            <a:r>
              <a:rPr lang="en-IN" dirty="0"/>
              <a:t>Python (Matplotlib) or MATLAB (optional) </a:t>
            </a:r>
          </a:p>
          <a:p>
            <a:r>
              <a:rPr lang="en-IN" b="1" dirty="0"/>
              <a:t>Visualization Tools</a:t>
            </a:r>
          </a:p>
          <a:p>
            <a:r>
              <a:rPr lang="en-IN" dirty="0"/>
              <a:t>Tables </a:t>
            </a:r>
          </a:p>
          <a:p>
            <a:r>
              <a:rPr lang="en-IN" dirty="0"/>
              <a:t>Line Graphs </a:t>
            </a:r>
          </a:p>
          <a:p>
            <a:r>
              <a:rPr lang="en-IN" dirty="0"/>
              <a:t>Charts </a:t>
            </a:r>
          </a:p>
          <a:p>
            <a:r>
              <a:rPr lang="en-IN" dirty="0"/>
              <a:t>Big-O Growth Function Data </a:t>
            </a:r>
          </a:p>
          <a:p>
            <a:r>
              <a:rPr lang="en-IN" dirty="0"/>
              <a:t>Growth Functions </a:t>
            </a:r>
            <a:r>
              <a:rPr lang="en-IN" dirty="0" err="1"/>
              <a:t>Analyzed</a:t>
            </a:r>
            <a:r>
              <a:rPr lang="en-IN" dirty="0"/>
              <a:t> : O(log n), O(n), O(n log n), O(n²), O(2ⁿ)</a:t>
            </a:r>
          </a:p>
        </p:txBody>
      </p:sp>
    </p:spTree>
    <p:extLst>
      <p:ext uri="{BB962C8B-B14F-4D97-AF65-F5344CB8AC3E}">
        <p14:creationId xmlns:p14="http://schemas.microsoft.com/office/powerpoint/2010/main" val="965269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F718-BE83-FF49-AAD7-CE669C03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5A9AF-CAB5-5175-0F6F-F1020C616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Algorithms perform differently as input size increases.</a:t>
            </a:r>
          </a:p>
          <a:p>
            <a:r>
              <a:rPr lang="en-IN" dirty="0"/>
              <a:t> Inefficient algorithms require more execution time and memory.</a:t>
            </a:r>
          </a:p>
          <a:p>
            <a:r>
              <a:rPr lang="en-IN" dirty="0"/>
              <a:t> Large datasets demand highly efficient algorithms. Comparing growth functions helps identify scalable algorithms.</a:t>
            </a:r>
          </a:p>
          <a:p>
            <a:r>
              <a:rPr lang="en-IN" dirty="0"/>
              <a:t> Visualization makes performance differences easier to understand.</a:t>
            </a:r>
          </a:p>
          <a:p>
            <a:r>
              <a:rPr lang="en-IN" dirty="0"/>
              <a:t> The study aims to relate growth </a:t>
            </a:r>
            <a:r>
              <a:rPr lang="en-IN" dirty="0" err="1"/>
              <a:t>behavior</a:t>
            </a:r>
            <a:r>
              <a:rPr lang="en-IN" dirty="0"/>
              <a:t> to algorithm selection.</a:t>
            </a:r>
          </a:p>
        </p:txBody>
      </p:sp>
    </p:spTree>
    <p:extLst>
      <p:ext uri="{BB962C8B-B14F-4D97-AF65-F5344CB8AC3E}">
        <p14:creationId xmlns:p14="http://schemas.microsoft.com/office/powerpoint/2010/main" val="79637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EE2F-4C00-13BB-8C81-92272C5B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System architecture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C0FE2C-6FB5-0423-5128-79704B362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490" y="1456481"/>
            <a:ext cx="7275871" cy="494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12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248DF-FA35-9FB3-FAA9-07BAC0DB0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	             Results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27A65-6B98-3E2B-64C2-04B077411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852" y="2141537"/>
            <a:ext cx="10515600" cy="4351338"/>
          </a:xfrm>
        </p:spPr>
        <p:txBody>
          <a:bodyPr/>
          <a:lstStyle/>
          <a:p>
            <a:r>
              <a:rPr lang="en-IN" dirty="0"/>
              <a:t>O(log n) grows very slowly and is the most efficient.</a:t>
            </a:r>
          </a:p>
          <a:p>
            <a:r>
              <a:rPr lang="en-IN" dirty="0"/>
              <a:t> O(n) increases linearly and performs well for large datasets.</a:t>
            </a:r>
          </a:p>
          <a:p>
            <a:r>
              <a:rPr lang="en-IN" dirty="0"/>
              <a:t> O(n log n) provides excellent performance for sorting algorithms.</a:t>
            </a:r>
          </a:p>
          <a:p>
            <a:r>
              <a:rPr lang="en-IN" dirty="0"/>
              <a:t> O(n²) grows rapidly and becomes inefficient for large inputs. </a:t>
            </a:r>
          </a:p>
          <a:p>
            <a:r>
              <a:rPr lang="en-IN" dirty="0"/>
              <a:t>O(2ⁿ) grows exponentially and is impractical for large-scale problems.</a:t>
            </a:r>
          </a:p>
        </p:txBody>
      </p:sp>
    </p:spTree>
    <p:extLst>
      <p:ext uri="{BB962C8B-B14F-4D97-AF65-F5344CB8AC3E}">
        <p14:creationId xmlns:p14="http://schemas.microsoft.com/office/powerpoint/2010/main" val="2123923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21DD-579C-DE5F-B2FD-CCDC5D25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EF863-8A7F-4E02-5505-F98649E19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1234"/>
            <a:ext cx="10515600" cy="4351338"/>
          </a:xfrm>
        </p:spPr>
        <p:txBody>
          <a:bodyPr/>
          <a:lstStyle/>
          <a:p>
            <a:r>
              <a:rPr lang="en-IN" dirty="0"/>
              <a:t>Growth functions help evaluate algorithm efficiency.</a:t>
            </a:r>
          </a:p>
          <a:p>
            <a:r>
              <a:rPr lang="en-IN" dirty="0"/>
              <a:t> Lower growth rates lead to better scalability. </a:t>
            </a:r>
          </a:p>
          <a:p>
            <a:r>
              <a:rPr lang="en-IN" b="1" dirty="0"/>
              <a:t>O(log n)</a:t>
            </a:r>
            <a:r>
              <a:rPr lang="en-IN" dirty="0"/>
              <a:t> is the most efficient for large datasets.</a:t>
            </a:r>
          </a:p>
          <a:p>
            <a:r>
              <a:rPr lang="en-IN" dirty="0"/>
              <a:t> </a:t>
            </a:r>
            <a:r>
              <a:rPr lang="en-IN" b="1" dirty="0"/>
              <a:t>O(n)</a:t>
            </a:r>
            <a:r>
              <a:rPr lang="en-IN" dirty="0"/>
              <a:t> and </a:t>
            </a:r>
            <a:r>
              <a:rPr lang="en-IN" b="1" dirty="0"/>
              <a:t>O(n log n)</a:t>
            </a:r>
            <a:r>
              <a:rPr lang="en-IN" dirty="0"/>
              <a:t> are widely used in practical applications.</a:t>
            </a:r>
          </a:p>
          <a:p>
            <a:r>
              <a:rPr lang="en-IN" dirty="0"/>
              <a:t> </a:t>
            </a:r>
            <a:r>
              <a:rPr lang="en-IN" b="1" dirty="0"/>
              <a:t>O(n²)</a:t>
            </a:r>
            <a:r>
              <a:rPr lang="en-IN" dirty="0"/>
              <a:t> should be limited to small datasets.</a:t>
            </a:r>
          </a:p>
          <a:p>
            <a:r>
              <a:rPr lang="en-IN" dirty="0"/>
              <a:t> </a:t>
            </a:r>
            <a:r>
              <a:rPr lang="en-IN" b="1" dirty="0"/>
              <a:t>O(2ⁿ)</a:t>
            </a:r>
            <a:r>
              <a:rPr lang="en-IN" dirty="0"/>
              <a:t> should be avoided unless no better algorithm exists.</a:t>
            </a:r>
          </a:p>
          <a:p>
            <a:r>
              <a:rPr lang="en-IN" dirty="0"/>
              <a:t> Choosing the right algorithm improves performance, reduces execution time, and optimizes resource usage.</a:t>
            </a:r>
          </a:p>
        </p:txBody>
      </p:sp>
    </p:spTree>
    <p:extLst>
      <p:ext uri="{BB962C8B-B14F-4D97-AF65-F5344CB8AC3E}">
        <p14:creationId xmlns:p14="http://schemas.microsoft.com/office/powerpoint/2010/main" val="411046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60FE-B33D-24BD-16E3-EB99FB6A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B2A2-19CD-AB3B-C6AA-31175FFBD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Thank you slide Images - Free Download on Magnific (formerly ...">
            <a:extLst>
              <a:ext uri="{FF2B5EF4-FFF2-40B4-BE49-F238E27FC236}">
                <a16:creationId xmlns:a16="http://schemas.microsoft.com/office/drawing/2014/main" id="{E913708F-65A8-693C-A67A-7432710F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337" y="-7822"/>
            <a:ext cx="12356337" cy="686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326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</TotalTime>
  <Words>413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 Growth Functions: An Analysis of Algorithm Efficiency Using Big-O Notation</vt:lpstr>
      <vt:lpstr>    Introduction</vt:lpstr>
      <vt:lpstr>           Required Materials</vt:lpstr>
      <vt:lpstr>                 Problem Statement</vt:lpstr>
      <vt:lpstr>                 System architecture</vt:lpstr>
      <vt:lpstr>                 Results</vt:lpstr>
      <vt:lpstr>                   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M</dc:creator>
  <cp:lastModifiedBy>Gowtham M</cp:lastModifiedBy>
  <cp:revision>3</cp:revision>
  <dcterms:created xsi:type="dcterms:W3CDTF">2026-07-20T03:57:51Z</dcterms:created>
  <dcterms:modified xsi:type="dcterms:W3CDTF">2026-07-20T05:22:22Z</dcterms:modified>
</cp:coreProperties>
</file>